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548640"/>
            <a:ext cx="3931920" cy="393192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DISTRIBUIDOS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MERCADO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Comercio Electrónico Distribuido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880360"/>
            <a:ext cx="3200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· MariaDB 10.6 · React · Docker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 · Estrategia CAP: 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Juan Torres O. · Segunda Evaluación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de comercio electrónico distribuida que gestione productos, clientes, inventario, ventas y abastecimiento, garantizando integridad de datos mediante transacciones distribuidas.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0428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Distribuida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nodos independientes coordinados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3042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ACID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79476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Atomicidad, Consistencia, Aislamiento, Durabilidad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0428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67512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transacciones entre nodos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8444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CAP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arquitectónica CP documentada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5468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58444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9476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&amp; Roles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7947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multi-perfil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03504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584448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6751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recuperación ante particiones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red_distribuida · Docker bridge network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572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nodo_central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 – Coordinador 2PC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29260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nodo_sucursal_norte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 – Inventario local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nodo_sucursal_sur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 – Inventario local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nodo_sucursal_este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 – Inventario local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-2971800" cy="5486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2377440"/>
            <a:ext cx="0" cy="5486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0" y="2377440"/>
            <a:ext cx="2971800" cy="5486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8288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D2B55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041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app_php · API REST – PHP 8.2 + Apache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D2B55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41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React 18 + Vite + Tailwind CSS (fuera de Docker)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DATOS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CENTRAL · Datos Globales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&amp; Categorías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&amp; Usuarios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95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&amp; Detalles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BF5FB"/>
          </a:solidFill>
          <a:ln w="12700">
            <a:solidFill>
              <a:srgbClr val="C2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78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2PC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972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SUCURSAL · Operación Local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73736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A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755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por sucursal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221992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A8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de stock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706624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A8D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724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Detalle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19125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A8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2095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Carritos de compra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67588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2700">
            <a:solidFill>
              <a:srgbClr val="A8D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694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carritos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251960" y="3017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central reduce la carga mediante distribución estratégica · 3 instancias sucursal: Norte · Sur · Este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 &amp; TWO-PHASE COMMIT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34440"/>
            <a:ext cx="502920" cy="59436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operaciones se ejecutan completas o se revierten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075688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167128"/>
            <a:ext cx="502920" cy="59436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6712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414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permanece en estado válido tras cada transacción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008376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099816"/>
            <a:ext cx="502920" cy="59436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09981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" y="30815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741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concurrentes no interfieren entre sí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941064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4032504"/>
            <a:ext cx="502920" cy="59436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03250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40142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3068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confirmados persisten ante reinicios y fallos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 (2PC)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155448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PREPARE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pregunta a todos los nodos si pueden ejecutar la operación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2286000"/>
            <a:ext cx="0" cy="3657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59689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880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COMMIT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200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OK → confirma cambios en todos los nodos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8346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4A102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880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ROLLBACK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200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en algún nodo → revierte todos los cambios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384048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0F2D4A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InnoDB · Concurrencia &amp; Bloqueos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187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por registro · MVCC · Semáforos equivalentes a mutex en SO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CAP · DECISIÓN ARQUITECTÓNICA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54880" y="1554480"/>
            <a:ext cx="-2468880" cy="1920240"/>
          </a:xfrm>
          <a:prstGeom prst="line">
            <a:avLst/>
          </a:prstGeom>
          <a:noFill/>
          <a:ln w="19050">
            <a:solidFill>
              <a:srgbClr val="BBCC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0" y="1554480"/>
            <a:ext cx="1645920" cy="1920240"/>
          </a:xfrm>
          <a:prstGeom prst="line">
            <a:avLst/>
          </a:prstGeom>
          <a:noFill/>
          <a:ln w="19050">
            <a:solidFill>
              <a:srgbClr val="BBCCDD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0" y="3474720"/>
            <a:ext cx="4114800" cy="0"/>
          </a:xfrm>
          <a:prstGeom prst="line">
            <a:avLst/>
          </a:prstGeom>
          <a:noFill/>
          <a:ln w="19050">
            <a:solidFill>
              <a:srgbClr val="BBCCD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840480" y="1097280"/>
            <a:ext cx="1737360" cy="1737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0972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017520"/>
            <a:ext cx="1737360" cy="173736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0175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3017520"/>
            <a:ext cx="1737360" cy="1737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0175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MERCADO → CP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09728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116128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Priorizamos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0" y="148132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5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Toleran. particiones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06640" y="251460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52360" y="25786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Sacrificamos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52360" y="288036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si sucursal falla, tx se cancela.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411480"/>
          </a:xfrm>
          <a:prstGeom prst="roundRect">
            <a:avLst>
              <a:gd name="adj" fmla="val 15556"/>
            </a:avLst>
          </a:prstGeom>
          <a:solidFill>
            <a:srgbClr val="DDEE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en e-commerce es crítico evitar sobreventas e inconsistencias de inventario. La integridad de datos supera la disponibilidad parcial.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· SEGURIDAD ·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6187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2128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· Prepared Statements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23160" y="11430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6187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10.6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514600" y="22128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InnoDB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nodos distribuidos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11430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26187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22128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moderna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para API calls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903720" y="114300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0F2D4A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6187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95160" y="2212848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red_distribuida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contenedores bridge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Volúmenes persistentes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828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&amp; CONTROL DE ACCESO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182880" y="370332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0D2B55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8288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8288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1600200" y="370332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0D2B55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60020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60020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clientes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3017520" y="370332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0D2B55"/>
          </a:solidFill>
          <a:ln w="12700">
            <a:solidFill>
              <a:srgbClr val="8BB8C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017520" y="3749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Bodeguero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01752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stock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8288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PHP · Hashing seguro de contraseñas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7548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TESTING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754880" y="37033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0F2D4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892040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</a:t>
            </a:r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Lógica de negocio sin BD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754880" y="414223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0F2D4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892040" y="4187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 </a:t>
            </a:r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 requests a la API REST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54880" y="4581144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0F2D4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892040" y="46268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Simulation  </a:t>
            </a:r>
            <a:pPr indent="0" marL="0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Rollback controlado mid-tx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arquitectura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distribuida robusta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A1E38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completa de 2PC garantiza consistencia transaccional en múltiples nodos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A1E38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CP del Teorema CAP previene sobreventas e inconsistencias de inventario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A1E38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PHP 8.2 + MariaDB InnoDB conforman una infraestructura empresarial moderna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0A1E38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(unit + E2E + fault simulation) valida tolerancia a fallos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 Mercado – Sistema de Comercio Electrónico Distribuido</dc:title>
  <dc:subject>PptxGenJS Presentation</dc:subject>
  <dc:creator>PptxGenJS</dc:creator>
  <cp:lastModifiedBy>PptxGenJS</cp:lastModifiedBy>
  <cp:revision>1</cp:revision>
  <dcterms:created xsi:type="dcterms:W3CDTF">2026-06-11T04:00:15Z</dcterms:created>
  <dcterms:modified xsi:type="dcterms:W3CDTF">2026-06-11T04:00:15Z</dcterms:modified>
</cp:coreProperties>
</file>